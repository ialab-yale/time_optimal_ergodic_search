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8759825" cy="4379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/>
    <p:restoredTop sz="97155"/>
  </p:normalViewPr>
  <p:slideViewPr>
    <p:cSldViewPr snapToGrid="0">
      <p:cViewPr varScale="1">
        <p:scale>
          <a:sx n="193" d="100"/>
          <a:sy n="193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4978" y="716805"/>
            <a:ext cx="6569869" cy="1524859"/>
          </a:xfrm>
        </p:spPr>
        <p:txBody>
          <a:bodyPr anchor="b"/>
          <a:lstStyle>
            <a:lvl1pPr algn="ctr">
              <a:defRPr sz="38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4978" y="2300468"/>
            <a:ext cx="6569869" cy="1057465"/>
          </a:xfrm>
        </p:spPr>
        <p:txBody>
          <a:bodyPr/>
          <a:lstStyle>
            <a:lvl1pPr marL="0" indent="0" algn="ctr">
              <a:buNone/>
              <a:defRPr sz="1533"/>
            </a:lvl1pPr>
            <a:lvl2pPr marL="292014" indent="0" algn="ctr">
              <a:buNone/>
              <a:defRPr sz="1277"/>
            </a:lvl2pPr>
            <a:lvl3pPr marL="584027" indent="0" algn="ctr">
              <a:buNone/>
              <a:defRPr sz="1150"/>
            </a:lvl3pPr>
            <a:lvl4pPr marL="876041" indent="0" algn="ctr">
              <a:buNone/>
              <a:defRPr sz="1022"/>
            </a:lvl4pPr>
            <a:lvl5pPr marL="1168055" indent="0" algn="ctr">
              <a:buNone/>
              <a:defRPr sz="1022"/>
            </a:lvl5pPr>
            <a:lvl6pPr marL="1460068" indent="0" algn="ctr">
              <a:buNone/>
              <a:defRPr sz="1022"/>
            </a:lvl6pPr>
            <a:lvl7pPr marL="1752082" indent="0" algn="ctr">
              <a:buNone/>
              <a:defRPr sz="1022"/>
            </a:lvl7pPr>
            <a:lvl8pPr marL="2044095" indent="0" algn="ctr">
              <a:buNone/>
              <a:defRPr sz="1022"/>
            </a:lvl8pPr>
            <a:lvl9pPr marL="2336109" indent="0" algn="ctr">
              <a:buNone/>
              <a:defRPr sz="102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7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01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676" y="1091937"/>
            <a:ext cx="7555349" cy="1821922"/>
          </a:xfrm>
        </p:spPr>
        <p:txBody>
          <a:bodyPr anchor="b"/>
          <a:lstStyle>
            <a:lvl1pPr>
              <a:defRPr sz="38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676" y="2931095"/>
            <a:ext cx="7555349" cy="958106"/>
          </a:xfrm>
        </p:spPr>
        <p:txBody>
          <a:bodyPr/>
          <a:lstStyle>
            <a:lvl1pPr marL="0" indent="0">
              <a:buNone/>
              <a:defRPr sz="1533">
                <a:solidFill>
                  <a:schemeClr val="tx1">
                    <a:tint val="75000"/>
                  </a:schemeClr>
                </a:solidFill>
              </a:defRPr>
            </a:lvl1pPr>
            <a:lvl2pPr marL="292014" indent="0">
              <a:buNone/>
              <a:defRPr sz="1277">
                <a:solidFill>
                  <a:schemeClr val="tx1">
                    <a:tint val="75000"/>
                  </a:schemeClr>
                </a:solidFill>
              </a:defRPr>
            </a:lvl2pPr>
            <a:lvl3pPr marL="584027" indent="0">
              <a:buNone/>
              <a:defRPr sz="1150">
                <a:solidFill>
                  <a:schemeClr val="tx1">
                    <a:tint val="75000"/>
                  </a:schemeClr>
                </a:solidFill>
              </a:defRPr>
            </a:lvl3pPr>
            <a:lvl4pPr marL="876041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4pPr>
            <a:lvl5pPr marL="1168055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5pPr>
            <a:lvl6pPr marL="1460068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6pPr>
            <a:lvl7pPr marL="1752082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7pPr>
            <a:lvl8pPr marL="2044095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8pPr>
            <a:lvl9pPr marL="2336109" indent="0">
              <a:buNone/>
              <a:defRPr sz="1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2238" y="1165949"/>
            <a:ext cx="3722926" cy="2779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4661" y="1165949"/>
            <a:ext cx="3722926" cy="27790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1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379" y="233190"/>
            <a:ext cx="7555349" cy="8465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379" y="1073687"/>
            <a:ext cx="3705816" cy="526198"/>
          </a:xfrm>
        </p:spPr>
        <p:txBody>
          <a:bodyPr anchor="b"/>
          <a:lstStyle>
            <a:lvl1pPr marL="0" indent="0">
              <a:buNone/>
              <a:defRPr sz="1533" b="1"/>
            </a:lvl1pPr>
            <a:lvl2pPr marL="292014" indent="0">
              <a:buNone/>
              <a:defRPr sz="1277" b="1"/>
            </a:lvl2pPr>
            <a:lvl3pPr marL="584027" indent="0">
              <a:buNone/>
              <a:defRPr sz="1150" b="1"/>
            </a:lvl3pPr>
            <a:lvl4pPr marL="876041" indent="0">
              <a:buNone/>
              <a:defRPr sz="1022" b="1"/>
            </a:lvl4pPr>
            <a:lvl5pPr marL="1168055" indent="0">
              <a:buNone/>
              <a:defRPr sz="1022" b="1"/>
            </a:lvl5pPr>
            <a:lvl6pPr marL="1460068" indent="0">
              <a:buNone/>
              <a:defRPr sz="1022" b="1"/>
            </a:lvl6pPr>
            <a:lvl7pPr marL="1752082" indent="0">
              <a:buNone/>
              <a:defRPr sz="1022" b="1"/>
            </a:lvl7pPr>
            <a:lvl8pPr marL="2044095" indent="0">
              <a:buNone/>
              <a:defRPr sz="1022" b="1"/>
            </a:lvl8pPr>
            <a:lvl9pPr marL="2336109" indent="0">
              <a:buNone/>
              <a:defRPr sz="10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379" y="1599885"/>
            <a:ext cx="3705816" cy="2353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34661" y="1073687"/>
            <a:ext cx="3724067" cy="526198"/>
          </a:xfrm>
        </p:spPr>
        <p:txBody>
          <a:bodyPr anchor="b"/>
          <a:lstStyle>
            <a:lvl1pPr marL="0" indent="0">
              <a:buNone/>
              <a:defRPr sz="1533" b="1"/>
            </a:lvl1pPr>
            <a:lvl2pPr marL="292014" indent="0">
              <a:buNone/>
              <a:defRPr sz="1277" b="1"/>
            </a:lvl2pPr>
            <a:lvl3pPr marL="584027" indent="0">
              <a:buNone/>
              <a:defRPr sz="1150" b="1"/>
            </a:lvl3pPr>
            <a:lvl4pPr marL="876041" indent="0">
              <a:buNone/>
              <a:defRPr sz="1022" b="1"/>
            </a:lvl4pPr>
            <a:lvl5pPr marL="1168055" indent="0">
              <a:buNone/>
              <a:defRPr sz="1022" b="1"/>
            </a:lvl5pPr>
            <a:lvl6pPr marL="1460068" indent="0">
              <a:buNone/>
              <a:defRPr sz="1022" b="1"/>
            </a:lvl6pPr>
            <a:lvl7pPr marL="1752082" indent="0">
              <a:buNone/>
              <a:defRPr sz="1022" b="1"/>
            </a:lvl7pPr>
            <a:lvl8pPr marL="2044095" indent="0">
              <a:buNone/>
              <a:defRPr sz="1022" b="1"/>
            </a:lvl8pPr>
            <a:lvl9pPr marL="2336109" indent="0">
              <a:buNone/>
              <a:defRPr sz="10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34661" y="1599885"/>
            <a:ext cx="3724067" cy="2353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01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86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26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379" y="291994"/>
            <a:ext cx="2825271" cy="1021980"/>
          </a:xfrm>
        </p:spPr>
        <p:txBody>
          <a:bodyPr anchor="b"/>
          <a:lstStyle>
            <a:lvl1pPr>
              <a:defRPr sz="20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4067" y="630627"/>
            <a:ext cx="4434661" cy="3112577"/>
          </a:xfrm>
        </p:spPr>
        <p:txBody>
          <a:bodyPr/>
          <a:lstStyle>
            <a:lvl1pPr>
              <a:defRPr sz="2044"/>
            </a:lvl1pPr>
            <a:lvl2pPr>
              <a:defRPr sz="1788"/>
            </a:lvl2pPr>
            <a:lvl3pPr>
              <a:defRPr sz="1533"/>
            </a:lvl3pPr>
            <a:lvl4pPr>
              <a:defRPr sz="1277"/>
            </a:lvl4pPr>
            <a:lvl5pPr>
              <a:defRPr sz="1277"/>
            </a:lvl5pPr>
            <a:lvl6pPr>
              <a:defRPr sz="1277"/>
            </a:lvl6pPr>
            <a:lvl7pPr>
              <a:defRPr sz="1277"/>
            </a:lvl7pPr>
            <a:lvl8pPr>
              <a:defRPr sz="1277"/>
            </a:lvl8pPr>
            <a:lvl9pPr>
              <a:defRPr sz="12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3379" y="1313974"/>
            <a:ext cx="2825271" cy="2434299"/>
          </a:xfrm>
        </p:spPr>
        <p:txBody>
          <a:bodyPr/>
          <a:lstStyle>
            <a:lvl1pPr marL="0" indent="0">
              <a:buNone/>
              <a:defRPr sz="1022"/>
            </a:lvl1pPr>
            <a:lvl2pPr marL="292014" indent="0">
              <a:buNone/>
              <a:defRPr sz="894"/>
            </a:lvl2pPr>
            <a:lvl3pPr marL="584027" indent="0">
              <a:buNone/>
              <a:defRPr sz="766"/>
            </a:lvl3pPr>
            <a:lvl4pPr marL="876041" indent="0">
              <a:buNone/>
              <a:defRPr sz="639"/>
            </a:lvl4pPr>
            <a:lvl5pPr marL="1168055" indent="0">
              <a:buNone/>
              <a:defRPr sz="639"/>
            </a:lvl5pPr>
            <a:lvl6pPr marL="1460068" indent="0">
              <a:buNone/>
              <a:defRPr sz="639"/>
            </a:lvl6pPr>
            <a:lvl7pPr marL="1752082" indent="0">
              <a:buNone/>
              <a:defRPr sz="639"/>
            </a:lvl7pPr>
            <a:lvl8pPr marL="2044095" indent="0">
              <a:buNone/>
              <a:defRPr sz="639"/>
            </a:lvl8pPr>
            <a:lvl9pPr marL="2336109" indent="0">
              <a:buNone/>
              <a:defRPr sz="6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8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379" y="291994"/>
            <a:ext cx="2825271" cy="1021980"/>
          </a:xfrm>
        </p:spPr>
        <p:txBody>
          <a:bodyPr anchor="b"/>
          <a:lstStyle>
            <a:lvl1pPr>
              <a:defRPr sz="20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24067" y="630627"/>
            <a:ext cx="4434661" cy="3112577"/>
          </a:xfrm>
        </p:spPr>
        <p:txBody>
          <a:bodyPr anchor="t"/>
          <a:lstStyle>
            <a:lvl1pPr marL="0" indent="0">
              <a:buNone/>
              <a:defRPr sz="2044"/>
            </a:lvl1pPr>
            <a:lvl2pPr marL="292014" indent="0">
              <a:buNone/>
              <a:defRPr sz="1788"/>
            </a:lvl2pPr>
            <a:lvl3pPr marL="584027" indent="0">
              <a:buNone/>
              <a:defRPr sz="1533"/>
            </a:lvl3pPr>
            <a:lvl4pPr marL="876041" indent="0">
              <a:buNone/>
              <a:defRPr sz="1277"/>
            </a:lvl4pPr>
            <a:lvl5pPr marL="1168055" indent="0">
              <a:buNone/>
              <a:defRPr sz="1277"/>
            </a:lvl5pPr>
            <a:lvl6pPr marL="1460068" indent="0">
              <a:buNone/>
              <a:defRPr sz="1277"/>
            </a:lvl6pPr>
            <a:lvl7pPr marL="1752082" indent="0">
              <a:buNone/>
              <a:defRPr sz="1277"/>
            </a:lvl7pPr>
            <a:lvl8pPr marL="2044095" indent="0">
              <a:buNone/>
              <a:defRPr sz="1277"/>
            </a:lvl8pPr>
            <a:lvl9pPr marL="2336109" indent="0">
              <a:buNone/>
              <a:defRPr sz="12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3379" y="1313974"/>
            <a:ext cx="2825271" cy="2434299"/>
          </a:xfrm>
        </p:spPr>
        <p:txBody>
          <a:bodyPr/>
          <a:lstStyle>
            <a:lvl1pPr marL="0" indent="0">
              <a:buNone/>
              <a:defRPr sz="1022"/>
            </a:lvl1pPr>
            <a:lvl2pPr marL="292014" indent="0">
              <a:buNone/>
              <a:defRPr sz="894"/>
            </a:lvl2pPr>
            <a:lvl3pPr marL="584027" indent="0">
              <a:buNone/>
              <a:defRPr sz="766"/>
            </a:lvl3pPr>
            <a:lvl4pPr marL="876041" indent="0">
              <a:buNone/>
              <a:defRPr sz="639"/>
            </a:lvl4pPr>
            <a:lvl5pPr marL="1168055" indent="0">
              <a:buNone/>
              <a:defRPr sz="639"/>
            </a:lvl5pPr>
            <a:lvl6pPr marL="1460068" indent="0">
              <a:buNone/>
              <a:defRPr sz="639"/>
            </a:lvl6pPr>
            <a:lvl7pPr marL="1752082" indent="0">
              <a:buNone/>
              <a:defRPr sz="639"/>
            </a:lvl7pPr>
            <a:lvl8pPr marL="2044095" indent="0">
              <a:buNone/>
              <a:defRPr sz="639"/>
            </a:lvl8pPr>
            <a:lvl9pPr marL="2336109" indent="0">
              <a:buNone/>
              <a:defRPr sz="6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9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5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68750" y="233190"/>
            <a:ext cx="1888837" cy="37117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2238" y="233190"/>
            <a:ext cx="5557014" cy="37117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65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2238" y="233190"/>
            <a:ext cx="7555349" cy="846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238" y="1165949"/>
            <a:ext cx="7555349" cy="2779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2238" y="4059531"/>
            <a:ext cx="1970961" cy="2331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C14DA-3031-DE4A-BCF0-EC244CE7321E}" type="datetimeFigureOut">
              <a:rPr lang="en-US" smtClean="0"/>
              <a:t>1/6/24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692" y="4059531"/>
            <a:ext cx="2956441" cy="2331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86626" y="4059531"/>
            <a:ext cx="1970961" cy="2331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82A61-EDF4-574F-88F6-23FC25822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2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84027" rtl="0" eaLnBrk="1" latinLnBrk="0" hangingPunct="1">
        <a:lnSpc>
          <a:spcPct val="90000"/>
        </a:lnSpc>
        <a:spcBef>
          <a:spcPct val="0"/>
        </a:spcBef>
        <a:buNone/>
        <a:defRPr sz="28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007" indent="-146007" algn="l" defTabSz="584027" rtl="0" eaLnBrk="1" latinLnBrk="0" hangingPunct="1">
        <a:lnSpc>
          <a:spcPct val="90000"/>
        </a:lnSpc>
        <a:spcBef>
          <a:spcPts val="639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38020" indent="-146007" algn="l" defTabSz="584027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533" kern="1200">
          <a:solidFill>
            <a:schemeClr val="tx1"/>
          </a:solidFill>
          <a:latin typeface="+mn-lt"/>
          <a:ea typeface="+mn-ea"/>
          <a:cs typeface="+mn-cs"/>
        </a:defRPr>
      </a:lvl2pPr>
      <a:lvl3pPr marL="730034" indent="-146007" algn="l" defTabSz="584027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277" kern="1200">
          <a:solidFill>
            <a:schemeClr val="tx1"/>
          </a:solidFill>
          <a:latin typeface="+mn-lt"/>
          <a:ea typeface="+mn-ea"/>
          <a:cs typeface="+mn-cs"/>
        </a:defRPr>
      </a:lvl3pPr>
      <a:lvl4pPr marL="1022048" indent="-146007" algn="l" defTabSz="584027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1314061" indent="-146007" algn="l" defTabSz="584027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5pPr>
      <a:lvl6pPr marL="1606075" indent="-146007" algn="l" defTabSz="584027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1898089" indent="-146007" algn="l" defTabSz="584027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7pPr>
      <a:lvl8pPr marL="2190102" indent="-146007" algn="l" defTabSz="584027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8pPr>
      <a:lvl9pPr marL="2482116" indent="-146007" algn="l" defTabSz="584027" rtl="0" eaLnBrk="1" latinLnBrk="0" hangingPunct="1">
        <a:lnSpc>
          <a:spcPct val="90000"/>
        </a:lnSpc>
        <a:spcBef>
          <a:spcPts val="319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1pPr>
      <a:lvl2pPr marL="292014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2pPr>
      <a:lvl3pPr marL="584027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3pPr>
      <a:lvl4pPr marL="876041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4pPr>
      <a:lvl5pPr marL="1168055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5pPr>
      <a:lvl6pPr marL="1460068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1752082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7pPr>
      <a:lvl8pPr marL="2044095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8pPr>
      <a:lvl9pPr marL="2336109" algn="l" defTabSz="584027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id with lines and dots&#10;&#10;Description automatically generated">
            <a:extLst>
              <a:ext uri="{FF2B5EF4-FFF2-40B4-BE49-F238E27FC236}">
                <a16:creationId xmlns:a16="http://schemas.microsoft.com/office/drawing/2014/main" id="{84F0596F-E765-35B4-2EC8-405F82A287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353" t="6620" r="22335" b="5965"/>
          <a:stretch/>
        </p:blipFill>
        <p:spPr>
          <a:xfrm>
            <a:off x="-127" y="3122"/>
            <a:ext cx="4379976" cy="4376791"/>
          </a:xfrm>
          <a:prstGeom prst="rect">
            <a:avLst/>
          </a:prstGeom>
        </p:spPr>
      </p:pic>
      <p:pic>
        <p:nvPicPr>
          <p:cNvPr id="11" name="Picture 10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25C6F365-5BEF-B75F-94E7-64BB5049FE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50" t="2134" r="16013" b="5250"/>
          <a:stretch/>
        </p:blipFill>
        <p:spPr>
          <a:xfrm>
            <a:off x="4379849" y="-63"/>
            <a:ext cx="4379976" cy="43799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F8C805-4901-A421-23FD-784911F95E56}"/>
              </a:ext>
            </a:extLst>
          </p:cNvPr>
          <p:cNvSpPr txBox="1"/>
          <p:nvPr/>
        </p:nvSpPr>
        <p:spPr>
          <a:xfrm>
            <a:off x="-127" y="-72887"/>
            <a:ext cx="2153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Top-Down 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8CE41-981D-166C-A782-5ABA398AB5EB}"/>
              </a:ext>
            </a:extLst>
          </p:cNvPr>
          <p:cNvSpPr txBox="1"/>
          <p:nvPr/>
        </p:nvSpPr>
        <p:spPr>
          <a:xfrm>
            <a:off x="4379849" y="-103665"/>
            <a:ext cx="2153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Oblique View</a:t>
            </a:r>
          </a:p>
        </p:txBody>
      </p:sp>
    </p:spTree>
    <p:extLst>
      <p:ext uri="{BB962C8B-B14F-4D97-AF65-F5344CB8AC3E}">
        <p14:creationId xmlns:p14="http://schemas.microsoft.com/office/powerpoint/2010/main" val="3757276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</TotalTime>
  <Words>10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Dong, Ethan</dc:creator>
  <cp:lastModifiedBy>Dong, Ethan</cp:lastModifiedBy>
  <cp:revision>2</cp:revision>
  <dcterms:created xsi:type="dcterms:W3CDTF">2024-01-04T20:57:34Z</dcterms:created>
  <dcterms:modified xsi:type="dcterms:W3CDTF">2024-01-06T17:58:28Z</dcterms:modified>
</cp:coreProperties>
</file>