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756285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42"/>
    <p:restoredTop sz="94679"/>
  </p:normalViewPr>
  <p:slideViewPr>
    <p:cSldViewPr snapToGrid="0">
      <p:cViewPr>
        <p:scale>
          <a:sx n="121" d="100"/>
          <a:sy n="121" d="100"/>
        </p:scale>
        <p:origin x="2064" y="9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7214" y="1122363"/>
            <a:ext cx="6428423" cy="2387600"/>
          </a:xfrm>
        </p:spPr>
        <p:txBody>
          <a:bodyPr anchor="b"/>
          <a:lstStyle>
            <a:lvl1pPr algn="ctr">
              <a:defRPr sz="496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5356" y="3602038"/>
            <a:ext cx="5672138" cy="1655762"/>
          </a:xfrm>
        </p:spPr>
        <p:txBody>
          <a:bodyPr/>
          <a:lstStyle>
            <a:lvl1pPr marL="0" indent="0" algn="ctr">
              <a:buNone/>
              <a:defRPr sz="1985"/>
            </a:lvl1pPr>
            <a:lvl2pPr marL="378150" indent="0" algn="ctr">
              <a:buNone/>
              <a:defRPr sz="1654"/>
            </a:lvl2pPr>
            <a:lvl3pPr marL="756300" indent="0" algn="ctr">
              <a:buNone/>
              <a:defRPr sz="1489"/>
            </a:lvl3pPr>
            <a:lvl4pPr marL="1134450" indent="0" algn="ctr">
              <a:buNone/>
              <a:defRPr sz="1323"/>
            </a:lvl4pPr>
            <a:lvl5pPr marL="1512600" indent="0" algn="ctr">
              <a:buNone/>
              <a:defRPr sz="1323"/>
            </a:lvl5pPr>
            <a:lvl6pPr marL="1890751" indent="0" algn="ctr">
              <a:buNone/>
              <a:defRPr sz="1323"/>
            </a:lvl6pPr>
            <a:lvl7pPr marL="2268901" indent="0" algn="ctr">
              <a:buNone/>
              <a:defRPr sz="1323"/>
            </a:lvl7pPr>
            <a:lvl8pPr marL="2647051" indent="0" algn="ctr">
              <a:buNone/>
              <a:defRPr sz="1323"/>
            </a:lvl8pPr>
            <a:lvl9pPr marL="3025201" indent="0" algn="ctr">
              <a:buNone/>
              <a:defRPr sz="132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467D6-66DB-984C-983B-31FA3963D468}" type="datetimeFigureOut">
              <a:rPr lang="en-US" smtClean="0"/>
              <a:t>1/4/24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9133A-74AC-7343-93C1-0B1D50F24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939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467D6-66DB-984C-983B-31FA3963D468}" type="datetimeFigureOut">
              <a:rPr lang="en-US" smtClean="0"/>
              <a:t>1/4/24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9133A-74AC-7343-93C1-0B1D50F24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512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6007" y="1709740"/>
            <a:ext cx="6522958" cy="2852737"/>
          </a:xfrm>
        </p:spPr>
        <p:txBody>
          <a:bodyPr anchor="b"/>
          <a:lstStyle>
            <a:lvl1pPr>
              <a:defRPr sz="496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6007" y="4589465"/>
            <a:ext cx="6522958" cy="1500187"/>
          </a:xfrm>
        </p:spPr>
        <p:txBody>
          <a:bodyPr/>
          <a:lstStyle>
            <a:lvl1pPr marL="0" indent="0">
              <a:buNone/>
              <a:defRPr sz="1985">
                <a:solidFill>
                  <a:schemeClr val="tx1"/>
                </a:solidFill>
              </a:defRPr>
            </a:lvl1pPr>
            <a:lvl2pPr marL="378150" indent="0">
              <a:buNone/>
              <a:defRPr sz="1654">
                <a:solidFill>
                  <a:schemeClr val="tx1">
                    <a:tint val="75000"/>
                  </a:schemeClr>
                </a:solidFill>
              </a:defRPr>
            </a:lvl2pPr>
            <a:lvl3pPr marL="756300" indent="0">
              <a:buNone/>
              <a:defRPr sz="1489">
                <a:solidFill>
                  <a:schemeClr val="tx1">
                    <a:tint val="75000"/>
                  </a:schemeClr>
                </a:solidFill>
              </a:defRPr>
            </a:lvl3pPr>
            <a:lvl4pPr marL="1134450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4pPr>
            <a:lvl5pPr marL="1512600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5pPr>
            <a:lvl6pPr marL="189075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6pPr>
            <a:lvl7pPr marL="226890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7pPr>
            <a:lvl8pPr marL="264705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8pPr>
            <a:lvl9pPr marL="302520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467D6-66DB-984C-983B-31FA3963D468}" type="datetimeFigureOut">
              <a:rPr lang="en-US" smtClean="0"/>
              <a:t>1/4/24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9133A-74AC-7343-93C1-0B1D50F24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171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946" y="1825625"/>
            <a:ext cx="321421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8693" y="1825625"/>
            <a:ext cx="321421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467D6-66DB-984C-983B-31FA3963D468}" type="datetimeFigureOut">
              <a:rPr lang="en-US" smtClean="0"/>
              <a:t>1/4/24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9133A-74AC-7343-93C1-0B1D50F24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464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931" y="365127"/>
            <a:ext cx="6522958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932" y="1681163"/>
            <a:ext cx="3199440" cy="823912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150" indent="0">
              <a:buNone/>
              <a:defRPr sz="1654" b="1"/>
            </a:lvl2pPr>
            <a:lvl3pPr marL="756300" indent="0">
              <a:buNone/>
              <a:defRPr sz="1489" b="1"/>
            </a:lvl3pPr>
            <a:lvl4pPr marL="1134450" indent="0">
              <a:buNone/>
              <a:defRPr sz="1323" b="1"/>
            </a:lvl4pPr>
            <a:lvl5pPr marL="1512600" indent="0">
              <a:buNone/>
              <a:defRPr sz="1323" b="1"/>
            </a:lvl5pPr>
            <a:lvl6pPr marL="1890751" indent="0">
              <a:buNone/>
              <a:defRPr sz="1323" b="1"/>
            </a:lvl6pPr>
            <a:lvl7pPr marL="2268901" indent="0">
              <a:buNone/>
              <a:defRPr sz="1323" b="1"/>
            </a:lvl7pPr>
            <a:lvl8pPr marL="2647051" indent="0">
              <a:buNone/>
              <a:defRPr sz="1323" b="1"/>
            </a:lvl8pPr>
            <a:lvl9pPr marL="3025201" indent="0">
              <a:buNone/>
              <a:defRPr sz="132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932" y="2505075"/>
            <a:ext cx="31994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8693" y="1681163"/>
            <a:ext cx="3215196" cy="823912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150" indent="0">
              <a:buNone/>
              <a:defRPr sz="1654" b="1"/>
            </a:lvl2pPr>
            <a:lvl3pPr marL="756300" indent="0">
              <a:buNone/>
              <a:defRPr sz="1489" b="1"/>
            </a:lvl3pPr>
            <a:lvl4pPr marL="1134450" indent="0">
              <a:buNone/>
              <a:defRPr sz="1323" b="1"/>
            </a:lvl4pPr>
            <a:lvl5pPr marL="1512600" indent="0">
              <a:buNone/>
              <a:defRPr sz="1323" b="1"/>
            </a:lvl5pPr>
            <a:lvl6pPr marL="1890751" indent="0">
              <a:buNone/>
              <a:defRPr sz="1323" b="1"/>
            </a:lvl6pPr>
            <a:lvl7pPr marL="2268901" indent="0">
              <a:buNone/>
              <a:defRPr sz="1323" b="1"/>
            </a:lvl7pPr>
            <a:lvl8pPr marL="2647051" indent="0">
              <a:buNone/>
              <a:defRPr sz="1323" b="1"/>
            </a:lvl8pPr>
            <a:lvl9pPr marL="3025201" indent="0">
              <a:buNone/>
              <a:defRPr sz="132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8693" y="2505075"/>
            <a:ext cx="321519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467D6-66DB-984C-983B-31FA3963D468}" type="datetimeFigureOut">
              <a:rPr lang="en-US" smtClean="0"/>
              <a:t>1/4/24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9133A-74AC-7343-93C1-0B1D50F24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176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467D6-66DB-984C-983B-31FA3963D468}" type="datetimeFigureOut">
              <a:rPr lang="en-US" smtClean="0"/>
              <a:t>1/4/24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9133A-74AC-7343-93C1-0B1D50F24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483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467D6-66DB-984C-983B-31FA3963D468}" type="datetimeFigureOut">
              <a:rPr lang="en-US" smtClean="0"/>
              <a:t>1/4/24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9133A-74AC-7343-93C1-0B1D50F24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499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931" y="457200"/>
            <a:ext cx="2439216" cy="1600200"/>
          </a:xfrm>
        </p:spPr>
        <p:txBody>
          <a:bodyPr anchor="b"/>
          <a:lstStyle>
            <a:lvl1pPr>
              <a:defRPr sz="26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5196" y="987427"/>
            <a:ext cx="3828693" cy="4873625"/>
          </a:xfrm>
        </p:spPr>
        <p:txBody>
          <a:bodyPr/>
          <a:lstStyle>
            <a:lvl1pPr>
              <a:defRPr sz="2647"/>
            </a:lvl1pPr>
            <a:lvl2pPr>
              <a:defRPr sz="2316"/>
            </a:lvl2pPr>
            <a:lvl3pPr>
              <a:defRPr sz="1985"/>
            </a:lvl3pPr>
            <a:lvl4pPr>
              <a:defRPr sz="1654"/>
            </a:lvl4pPr>
            <a:lvl5pPr>
              <a:defRPr sz="1654"/>
            </a:lvl5pPr>
            <a:lvl6pPr>
              <a:defRPr sz="1654"/>
            </a:lvl6pPr>
            <a:lvl7pPr>
              <a:defRPr sz="1654"/>
            </a:lvl7pPr>
            <a:lvl8pPr>
              <a:defRPr sz="1654"/>
            </a:lvl8pPr>
            <a:lvl9pPr>
              <a:defRPr sz="165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931" y="2057400"/>
            <a:ext cx="2439216" cy="3811588"/>
          </a:xfrm>
        </p:spPr>
        <p:txBody>
          <a:bodyPr/>
          <a:lstStyle>
            <a:lvl1pPr marL="0" indent="0">
              <a:buNone/>
              <a:defRPr sz="1323"/>
            </a:lvl1pPr>
            <a:lvl2pPr marL="378150" indent="0">
              <a:buNone/>
              <a:defRPr sz="1158"/>
            </a:lvl2pPr>
            <a:lvl3pPr marL="756300" indent="0">
              <a:buNone/>
              <a:defRPr sz="993"/>
            </a:lvl3pPr>
            <a:lvl4pPr marL="1134450" indent="0">
              <a:buNone/>
              <a:defRPr sz="827"/>
            </a:lvl4pPr>
            <a:lvl5pPr marL="1512600" indent="0">
              <a:buNone/>
              <a:defRPr sz="827"/>
            </a:lvl5pPr>
            <a:lvl6pPr marL="1890751" indent="0">
              <a:buNone/>
              <a:defRPr sz="827"/>
            </a:lvl6pPr>
            <a:lvl7pPr marL="2268901" indent="0">
              <a:buNone/>
              <a:defRPr sz="827"/>
            </a:lvl7pPr>
            <a:lvl8pPr marL="2647051" indent="0">
              <a:buNone/>
              <a:defRPr sz="827"/>
            </a:lvl8pPr>
            <a:lvl9pPr marL="3025201" indent="0">
              <a:buNone/>
              <a:defRPr sz="8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467D6-66DB-984C-983B-31FA3963D468}" type="datetimeFigureOut">
              <a:rPr lang="en-US" smtClean="0"/>
              <a:t>1/4/24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9133A-74AC-7343-93C1-0B1D50F24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566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931" y="457200"/>
            <a:ext cx="2439216" cy="1600200"/>
          </a:xfrm>
        </p:spPr>
        <p:txBody>
          <a:bodyPr anchor="b"/>
          <a:lstStyle>
            <a:lvl1pPr>
              <a:defRPr sz="26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5196" y="987427"/>
            <a:ext cx="3828693" cy="4873625"/>
          </a:xfrm>
        </p:spPr>
        <p:txBody>
          <a:bodyPr anchor="t"/>
          <a:lstStyle>
            <a:lvl1pPr marL="0" indent="0">
              <a:buNone/>
              <a:defRPr sz="2647"/>
            </a:lvl1pPr>
            <a:lvl2pPr marL="378150" indent="0">
              <a:buNone/>
              <a:defRPr sz="2316"/>
            </a:lvl2pPr>
            <a:lvl3pPr marL="756300" indent="0">
              <a:buNone/>
              <a:defRPr sz="1985"/>
            </a:lvl3pPr>
            <a:lvl4pPr marL="1134450" indent="0">
              <a:buNone/>
              <a:defRPr sz="1654"/>
            </a:lvl4pPr>
            <a:lvl5pPr marL="1512600" indent="0">
              <a:buNone/>
              <a:defRPr sz="1654"/>
            </a:lvl5pPr>
            <a:lvl6pPr marL="1890751" indent="0">
              <a:buNone/>
              <a:defRPr sz="1654"/>
            </a:lvl6pPr>
            <a:lvl7pPr marL="2268901" indent="0">
              <a:buNone/>
              <a:defRPr sz="1654"/>
            </a:lvl7pPr>
            <a:lvl8pPr marL="2647051" indent="0">
              <a:buNone/>
              <a:defRPr sz="1654"/>
            </a:lvl8pPr>
            <a:lvl9pPr marL="3025201" indent="0">
              <a:buNone/>
              <a:defRPr sz="165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931" y="2057400"/>
            <a:ext cx="2439216" cy="3811588"/>
          </a:xfrm>
        </p:spPr>
        <p:txBody>
          <a:bodyPr/>
          <a:lstStyle>
            <a:lvl1pPr marL="0" indent="0">
              <a:buNone/>
              <a:defRPr sz="1323"/>
            </a:lvl1pPr>
            <a:lvl2pPr marL="378150" indent="0">
              <a:buNone/>
              <a:defRPr sz="1158"/>
            </a:lvl2pPr>
            <a:lvl3pPr marL="756300" indent="0">
              <a:buNone/>
              <a:defRPr sz="993"/>
            </a:lvl3pPr>
            <a:lvl4pPr marL="1134450" indent="0">
              <a:buNone/>
              <a:defRPr sz="827"/>
            </a:lvl4pPr>
            <a:lvl5pPr marL="1512600" indent="0">
              <a:buNone/>
              <a:defRPr sz="827"/>
            </a:lvl5pPr>
            <a:lvl6pPr marL="1890751" indent="0">
              <a:buNone/>
              <a:defRPr sz="827"/>
            </a:lvl6pPr>
            <a:lvl7pPr marL="2268901" indent="0">
              <a:buNone/>
              <a:defRPr sz="827"/>
            </a:lvl7pPr>
            <a:lvl8pPr marL="2647051" indent="0">
              <a:buNone/>
              <a:defRPr sz="827"/>
            </a:lvl8pPr>
            <a:lvl9pPr marL="3025201" indent="0">
              <a:buNone/>
              <a:defRPr sz="8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467D6-66DB-984C-983B-31FA3963D468}" type="datetimeFigureOut">
              <a:rPr lang="en-US" smtClean="0"/>
              <a:t>1/4/24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9133A-74AC-7343-93C1-0B1D50F24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698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467D6-66DB-984C-983B-31FA3963D468}" type="datetimeFigureOut">
              <a:rPr lang="en-US" smtClean="0"/>
              <a:t>1/4/24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9133A-74AC-7343-93C1-0B1D50F24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129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12165" y="365125"/>
            <a:ext cx="163074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946" y="365125"/>
            <a:ext cx="4797683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467D6-66DB-984C-983B-31FA3963D468}" type="datetimeFigureOut">
              <a:rPr lang="en-US" smtClean="0"/>
              <a:t>1/4/24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9133A-74AC-7343-93C1-0B1D50F24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629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946" y="365127"/>
            <a:ext cx="652295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946" y="1825625"/>
            <a:ext cx="652295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946" y="6356352"/>
            <a:ext cx="17016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9467D6-66DB-984C-983B-31FA3963D468}" type="datetimeFigureOut">
              <a:rPr lang="en-US" smtClean="0"/>
              <a:t>1/4/24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5194" y="6356352"/>
            <a:ext cx="25524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41263" y="6356352"/>
            <a:ext cx="17016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A9133A-74AC-7343-93C1-0B1D50F24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622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6300" rtl="0" eaLnBrk="1" latinLnBrk="0" hangingPunct="1">
        <a:lnSpc>
          <a:spcPct val="90000"/>
        </a:lnSpc>
        <a:spcBef>
          <a:spcPct val="0"/>
        </a:spcBef>
        <a:buNone/>
        <a:defRPr sz="363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9075" indent="-189075" algn="l" defTabSz="75630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6" kern="1200">
          <a:solidFill>
            <a:schemeClr val="tx1"/>
          </a:solidFill>
          <a:latin typeface="+mn-lt"/>
          <a:ea typeface="+mn-ea"/>
          <a:cs typeface="+mn-cs"/>
        </a:defRPr>
      </a:lvl1pPr>
      <a:lvl2pPr marL="567225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945375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654" kern="1200">
          <a:solidFill>
            <a:schemeClr val="tx1"/>
          </a:solidFill>
          <a:latin typeface="+mn-lt"/>
          <a:ea typeface="+mn-ea"/>
          <a:cs typeface="+mn-cs"/>
        </a:defRPr>
      </a:lvl3pPr>
      <a:lvl4pPr marL="1323525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89" kern="1200">
          <a:solidFill>
            <a:schemeClr val="tx1"/>
          </a:solidFill>
          <a:latin typeface="+mn-lt"/>
          <a:ea typeface="+mn-ea"/>
          <a:cs typeface="+mn-cs"/>
        </a:defRPr>
      </a:lvl4pPr>
      <a:lvl5pPr marL="1701676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89" kern="1200">
          <a:solidFill>
            <a:schemeClr val="tx1"/>
          </a:solidFill>
          <a:latin typeface="+mn-lt"/>
          <a:ea typeface="+mn-ea"/>
          <a:cs typeface="+mn-cs"/>
        </a:defRPr>
      </a:lvl5pPr>
      <a:lvl6pPr marL="2079826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89" kern="1200">
          <a:solidFill>
            <a:schemeClr val="tx1"/>
          </a:solidFill>
          <a:latin typeface="+mn-lt"/>
          <a:ea typeface="+mn-ea"/>
          <a:cs typeface="+mn-cs"/>
        </a:defRPr>
      </a:lvl6pPr>
      <a:lvl7pPr marL="2457976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89" kern="1200">
          <a:solidFill>
            <a:schemeClr val="tx1"/>
          </a:solidFill>
          <a:latin typeface="+mn-lt"/>
          <a:ea typeface="+mn-ea"/>
          <a:cs typeface="+mn-cs"/>
        </a:defRPr>
      </a:lvl7pPr>
      <a:lvl8pPr marL="2836126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89" kern="1200">
          <a:solidFill>
            <a:schemeClr val="tx1"/>
          </a:solidFill>
          <a:latin typeface="+mn-lt"/>
          <a:ea typeface="+mn-ea"/>
          <a:cs typeface="+mn-cs"/>
        </a:defRPr>
      </a:lvl8pPr>
      <a:lvl9pPr marL="3214276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8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1pPr>
      <a:lvl2pPr marL="378150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2pPr>
      <a:lvl3pPr marL="756300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3pPr>
      <a:lvl4pPr marL="1134450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4pPr>
      <a:lvl5pPr marL="1512600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5pPr>
      <a:lvl6pPr marL="1890751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6pPr>
      <a:lvl7pPr marL="2268901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7pPr>
      <a:lvl8pPr marL="2647051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8pPr>
      <a:lvl9pPr marL="3025201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urple square with orange barbed wire&#10;&#10;Description automatically generated">
            <a:extLst>
              <a:ext uri="{FF2B5EF4-FFF2-40B4-BE49-F238E27FC236}">
                <a16:creationId xmlns:a16="http://schemas.microsoft.com/office/drawing/2014/main" id="{EF2ED7DF-977E-F389-F184-919CB3122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9" y="0"/>
            <a:ext cx="7563619" cy="6861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7121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64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Dong, Ethan</dc:creator>
  <cp:lastModifiedBy>Dong, Ethan</cp:lastModifiedBy>
  <cp:revision>1</cp:revision>
  <dcterms:created xsi:type="dcterms:W3CDTF">2024-01-04T20:55:44Z</dcterms:created>
  <dcterms:modified xsi:type="dcterms:W3CDTF">2024-01-04T22:00:42Z</dcterms:modified>
</cp:coreProperties>
</file>