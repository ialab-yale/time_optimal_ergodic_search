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3726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6327"/>
  </p:normalViewPr>
  <p:slideViewPr>
    <p:cSldViewPr snapToGrid="0">
      <p:cViewPr>
        <p:scale>
          <a:sx n="104" d="100"/>
          <a:sy n="104" d="100"/>
        </p:scale>
        <p:origin x="272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945" y="1122363"/>
            <a:ext cx="796671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602038"/>
            <a:ext cx="702945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7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12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485" y="1709740"/>
            <a:ext cx="808386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485" y="4589465"/>
            <a:ext cx="808386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1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4366" y="1825625"/>
            <a:ext cx="398335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4879" y="1825625"/>
            <a:ext cx="398335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3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587" y="365127"/>
            <a:ext cx="80838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588" y="1681163"/>
            <a:ext cx="396504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588" y="2505075"/>
            <a:ext cx="396504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44879" y="1681163"/>
            <a:ext cx="3984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44879" y="2505075"/>
            <a:ext cx="398457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09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0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67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587" y="457200"/>
            <a:ext cx="302290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4576" y="987427"/>
            <a:ext cx="474487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587" y="2057400"/>
            <a:ext cx="302290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3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587" y="457200"/>
            <a:ext cx="302290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84576" y="987427"/>
            <a:ext cx="474487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587" y="2057400"/>
            <a:ext cx="302290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3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5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7267" y="365125"/>
            <a:ext cx="202096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4367" y="365125"/>
            <a:ext cx="594574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63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4366" y="365127"/>
            <a:ext cx="80838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366" y="1825625"/>
            <a:ext cx="8083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366" y="6356352"/>
            <a:ext cx="2108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C8DB0-9E93-7D46-A94D-D6B3025C121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4674" y="6356352"/>
            <a:ext cx="31632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9399" y="6356352"/>
            <a:ext cx="2108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F9957-FC78-CD40-9B61-01E97608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3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ight painting of a building&#10;&#10;Description automatically generated with medium confidence">
            <a:extLst>
              <a:ext uri="{FF2B5EF4-FFF2-40B4-BE49-F238E27FC236}">
                <a16:creationId xmlns:a16="http://schemas.microsoft.com/office/drawing/2014/main" id="{154BA26F-02D6-10FB-CEE5-78DF7C4402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97" r="7684" b="5923"/>
          <a:stretch/>
        </p:blipFill>
        <p:spPr>
          <a:xfrm>
            <a:off x="0" y="-1"/>
            <a:ext cx="9371031" cy="6858001"/>
          </a:xfrm>
          <a:prstGeom prst="rect">
            <a:avLst/>
          </a:prstGeom>
        </p:spPr>
      </p:pic>
      <p:pic>
        <p:nvPicPr>
          <p:cNvPr id="6" name="Picture 5" descr="A red letters on a black background&#10;&#10;Description automatically generated">
            <a:extLst>
              <a:ext uri="{FF2B5EF4-FFF2-40B4-BE49-F238E27FC236}">
                <a16:creationId xmlns:a16="http://schemas.microsoft.com/office/drawing/2014/main" id="{E10985BA-2E3A-E720-2693-AF1AFB6D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368" y="6370096"/>
            <a:ext cx="3052119" cy="575253"/>
          </a:xfrm>
          <a:prstGeom prst="rect">
            <a:avLst/>
          </a:prstGeom>
        </p:spPr>
      </p:pic>
      <p:pic>
        <p:nvPicPr>
          <p:cNvPr id="8" name="Picture 7" descr="A red number on a black background&#10;&#10;Description automatically generated">
            <a:extLst>
              <a:ext uri="{FF2B5EF4-FFF2-40B4-BE49-F238E27FC236}">
                <a16:creationId xmlns:a16="http://schemas.microsoft.com/office/drawing/2014/main" id="{1F9AC44E-D835-20FC-BE48-9E5DB5E69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273" y="6564073"/>
            <a:ext cx="164447" cy="2282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B177F9-5DF1-EBA7-81D4-FFF22272346B}"/>
              </a:ext>
            </a:extLst>
          </p:cNvPr>
          <p:cNvSpPr txBox="1"/>
          <p:nvPr/>
        </p:nvSpPr>
        <p:spPr>
          <a:xfrm>
            <a:off x="44143" y="94594"/>
            <a:ext cx="541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Optimal Ergodic Search Trajectory</a:t>
            </a:r>
          </a:p>
        </p:txBody>
      </p:sp>
    </p:spTree>
    <p:extLst>
      <p:ext uri="{BB962C8B-B14F-4D97-AF65-F5344CB8AC3E}">
        <p14:creationId xmlns:p14="http://schemas.microsoft.com/office/powerpoint/2010/main" val="298538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5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Dong, Ethan</dc:creator>
  <cp:lastModifiedBy>Dong, Ethan</cp:lastModifiedBy>
  <cp:revision>2</cp:revision>
  <dcterms:created xsi:type="dcterms:W3CDTF">2024-02-14T16:19:00Z</dcterms:created>
  <dcterms:modified xsi:type="dcterms:W3CDTF">2024-02-14T20:51:35Z</dcterms:modified>
</cp:coreProperties>
</file>